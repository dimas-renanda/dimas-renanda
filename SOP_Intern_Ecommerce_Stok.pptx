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5" r:id="rId1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9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0"/>
            <a:ext cx="3502152" cy="2743200"/>
          </a:xfrm>
          <a:prstGeom prst="rect">
            <a:avLst/>
          </a:prstGeom>
          <a:solidFill>
            <a:srgbClr val="FFC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645920"/>
            <a:ext cx="822960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965960"/>
            <a:ext cx="7498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A1A2E"/>
                </a:solidFill>
              </a:rPr>
              <a:t>SOP INTERN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834640"/>
            <a:ext cx="7498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E94F8B"/>
                </a:solidFill>
              </a:rPr>
              <a:t>E-Commerce &amp; Stok · Fashion Retail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3520439"/>
            <a:ext cx="5486400" cy="36576"/>
          </a:xfrm>
          <a:prstGeom prst="rect">
            <a:avLst/>
          </a:prstGeom>
          <a:solidFill>
            <a:srgbClr val="FFC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3703320"/>
            <a:ext cx="7498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D2D2D"/>
                </a:solidFill>
              </a:rPr>
              <a:t>Panduan kerja harian intern mencakup operasional e-commerce
dan pengelolaan stok &amp; packing produk.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6126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99"/>
                </a:solidFill>
              </a:rPr>
              <a:t>Dokumen Internal · Untuk Intern Baru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9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RUANG LINGKUP KERJA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530352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94F8B"/>
                </a:solidFill>
              </a:rPr>
              <a:t>🛍️  E-COMMERCE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2D2D2D"/>
                </a:solidFill>
              </a:rPr>
              <a:t>  ✦  Flash sale campaign (mingguan)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2D2D2D"/>
                </a:solidFill>
              </a:rPr>
              <a:t>  ✦  Chat broadcast (1x seminggu)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2D2D2D"/>
                </a:solidFill>
              </a:rPr>
              <a:t>  ✦  Optimasi produk Shopee (tiap 4 jam)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2D2D2D"/>
                </a:solidFill>
              </a:rPr>
              <a:t>  ✦  Balas chat termasuk weekend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2D2D2D"/>
                </a:solidFill>
              </a:rPr>
              <a:t>  ✦  Atur pengiriman Jumat &amp; Sabtu (hari Minggu)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2D2D2D"/>
                </a:solidFill>
              </a:rPr>
              <a:t>  ✦  Upload produk baru ke platform eCommerce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645920"/>
            <a:ext cx="530352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82880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C5CE7"/>
                </a:solidFill>
              </a:rPr>
              <a:t>📦  STOK &amp; PACKING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5146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2D2D2D"/>
                </a:solidFill>
              </a:rPr>
              <a:t>  ✦  Packing orderan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2D2D2D"/>
                </a:solidFill>
              </a:rPr>
              <a:t>  ✦  Stock opname bulanan (hari kerja terakhir)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2D2D2D"/>
                </a:solidFill>
              </a:rPr>
              <a:t>  ✦  Cek barang masuk vs surat jalan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2D2D2D"/>
                </a:solidFill>
              </a:rPr>
              <a:t>  ✦  Eksekusi QC produksi &amp; barang dari vendor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2D2D2D"/>
                </a:solidFill>
              </a:rPr>
              <a:t>  ✦  Update stok dan harga secara berkala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2D2D2D"/>
                </a:solidFill>
              </a:rPr>
              <a:t>  ✦  Rapikan area packing (konten-able)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9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280160"/>
          </a:xfrm>
          <a:prstGeom prst="rect">
            <a:avLst/>
          </a:prstGeom>
          <a:solidFill>
            <a:srgbClr val="E9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🛍️  E-COMMERCE  —  Flash Sale &amp; Chat Broadcast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5303520" cy="73152"/>
          </a:xfrm>
          <a:prstGeom prst="rect">
            <a:avLst/>
          </a:prstGeom>
          <a:solidFill>
            <a:srgbClr val="E9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73352"/>
            <a:ext cx="4937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1A2E"/>
                </a:solidFill>
              </a:rPr>
              <a:t>1. Flash Sale Campaign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671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E94F8B"/>
                </a:solidFill>
              </a:rPr>
              <a:t>⏱  Mingguan (buat di awal minggu)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32888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1️⃣  Tentukan produk yang akan di-flash sale.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2️⃣  Buat visual/banner promo (koordinasi markom jika perlu).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3️⃣  Input campaign di dashboard Shopee → Flash Sale.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4️⃣  Set harga, stok, dan durasi promo.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5️⃣  Pastikan campaign aktif sebelum promo mulai.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6️⃣  Monitor performa selama campaign berjalan.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7️⃣  Catat hasil (produk terjual, revenue) untuk laporan.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55778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5577840" cy="73152"/>
          </a:xfrm>
          <a:prstGeom prst="rect">
            <a:avLst/>
          </a:prstGeom>
          <a:solidFill>
            <a:srgbClr val="E9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73352"/>
            <a:ext cx="5212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1A2E"/>
                </a:solidFill>
              </a:rPr>
              <a:t>2. Chat Broadcast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67128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E94F8B"/>
                </a:solidFill>
              </a:rPr>
              <a:t>⏱  1x seminggu (jadwal tetap)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532888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1️⃣  Siapkan draft materi broadcast.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2️⃣  Ajukan ke kakak/tim markom untuk approval.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3️⃣  Setelah disetujui, kirim via fitur broadcast Shopee/WA.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4️⃣  Pantau balasan &amp; follow-up yang masuk.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⚠️  Jangan kirim sebelum materi diapprove.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9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280160"/>
          </a:xfrm>
          <a:prstGeom prst="rect">
            <a:avLst/>
          </a:prstGeom>
          <a:solidFill>
            <a:srgbClr val="E9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🛍️  E-COMMERCE  —  Optimasi Produk &amp; Balas Chat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5303520" cy="73152"/>
          </a:xfrm>
          <a:prstGeom prst="rect">
            <a:avLst/>
          </a:prstGeom>
          <a:solidFill>
            <a:srgbClr val="E9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73352"/>
            <a:ext cx="4937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1A2E"/>
                </a:solidFill>
              </a:rPr>
              <a:t>3. Optimasi Fitur Shopee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671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E94F8B"/>
                </a:solidFill>
              </a:rPr>
              <a:t>⏱  Setiap 4 jam sekali (jam kerja)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32888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1️⃣  Buka dashboard Shopee Seller.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2️⃣  Gunakan fitur 'Naikkan Produk' (Boost Product).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3️⃣  Pilih produk prioritas / best seller.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4️⃣  Aktifkan boost — lakukan tiap 4 jam.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5️⃣  Pantau posisi produk di hasil pencarian.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6️⃣  Catat produk mana yang sering di-boost untuk evaluasi.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55778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5577840" cy="73152"/>
          </a:xfrm>
          <a:prstGeom prst="rect">
            <a:avLst/>
          </a:prstGeom>
          <a:solidFill>
            <a:srgbClr val="E9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73352"/>
            <a:ext cx="5212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1A2E"/>
                </a:solidFill>
              </a:rPr>
              <a:t>4. Balas Chat Pelanggan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67128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E94F8B"/>
                </a:solidFill>
              </a:rPr>
              <a:t>⏱  Setiap hari termasuk weekend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532888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1️⃣  Cek notifikasi chat Shopee minimal 3x sehari.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2️⃣  Balas semua pertanyaan dengan ramah &amp; informatif.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3️⃣  Jika ada komplain → eskalasi ke kakak (jangan diabaikan).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4️⃣  Gunakan template jawaban untuk FAQ.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5️⃣  Pastikan response rate tetap tinggi (target &gt; 90%).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⚠️  Weekend WAJIB tetap balas — jadwalkan waktu khusus.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9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280160"/>
          </a:xfrm>
          <a:prstGeom prst="rect">
            <a:avLst/>
          </a:prstGeom>
          <a:solidFill>
            <a:srgbClr val="E9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🛍️  E-COMMERCE  —  Pengiriman Weekend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11228832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11228832" cy="73152"/>
          </a:xfrm>
          <a:prstGeom prst="rect">
            <a:avLst/>
          </a:prstGeom>
          <a:solidFill>
            <a:srgbClr val="E9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73352"/>
            <a:ext cx="106801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</a:rPr>
              <a:t>5. Atur Pengiriman Jumat &amp; Sabtu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06801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E94F8B"/>
                </a:solidFill>
              </a:rPr>
              <a:t>⏱  Setiap hari Minggu — WAJIB dilakukan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697480"/>
            <a:ext cx="3200400" cy="3200400"/>
          </a:xfrm>
          <a:prstGeom prst="rect">
            <a:avLst/>
          </a:prstGeom>
          <a:solidFill>
            <a:srgbClr val="FFC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880360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2D2D2D"/>
                </a:solidFill>
              </a:rPr>
              <a:t>JUM'AT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520440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2D2D2D"/>
                </a:solidFill>
              </a:rPr>
              <a:t>Order masuk hari Jumat
dicatat &amp; disiapkan
untuk pengiriman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406908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888899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2697480"/>
            <a:ext cx="3200400" cy="3200400"/>
          </a:xfrm>
          <a:prstGeom prst="rect">
            <a:avLst/>
          </a:prstGeom>
          <a:solidFill>
            <a:srgbClr val="FFC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2880360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2D2D2D"/>
                </a:solidFill>
              </a:rPr>
              <a:t>SABTU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520440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2D2D2D"/>
                </a:solidFill>
              </a:rPr>
              <a:t>Order masuk hari Sabtu
dicatat &amp; disiapkan
untuk pengiriman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406908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888899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2697480"/>
            <a:ext cx="3200400" cy="3200400"/>
          </a:xfrm>
          <a:prstGeom prst="rect">
            <a:avLst/>
          </a:prstGeom>
          <a:solidFill>
            <a:srgbClr val="E9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2880360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MINGGU 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3520440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</a:rPr>
              <a:t>WAJIB:
Proses &amp; atur semua
pengiriman Jumat + Sabtu
di hari ini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2801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📦  STOK &amp; PACKING  —  Packing &amp; Stock Opname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5303520" cy="7315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73352"/>
            <a:ext cx="4937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1A2E"/>
                </a:solidFill>
              </a:rPr>
              <a:t>1. Packing Orderan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671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6C5CE7"/>
                </a:solidFill>
              </a:rPr>
              <a:t>⏱  Setiap hari (sesuai orderan masuk)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32888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1️⃣  Cek list orderan yang harus di-packing hari ini.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2️⃣  Siapkan produk sesuai orderan (cek SKU &amp; ukuran).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3️⃣  Packing dengan rapi &amp; aman (bubble wrap, dll).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4️⃣  Tempel label pengiriman di luar paket.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5️⃣  Susun paket siap kirim di area yang ditentukan.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6️⃣  Rapikan area packing setelah selesai.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55778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5577840" cy="7315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73352"/>
            <a:ext cx="5212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1A2E"/>
                </a:solidFill>
              </a:rPr>
              <a:t>2. Stock Opname Bulanan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67128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6C5CE7"/>
                </a:solidFill>
              </a:rPr>
              <a:t>⏱  1x/bulan — hari kerja terakhir di minggu terakhir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532888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1️⃣  Lakukan bersama kakak (wajib koordinasi jadwal).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2️⃣  Hitung fisik semua stok produk per SKU.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3️⃣  Cocokkan dengan data sistem/catatan stok.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4️⃣  Catat selisih jika ada (lebih/kurang).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5️⃣  Laporkan hasil stock opname ke kakak.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6️⃣  Update data stok setelah opname selesai.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⚠️  Jadwal ditentukan bersama — jangan dilakukan sendiri.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2801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📦  STOK &amp; PACKING  —  Cek Barang Masuk &amp; QC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5303520" cy="7315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73352"/>
            <a:ext cx="4937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1A2E"/>
                </a:solidFill>
              </a:rPr>
              <a:t>3. Cek Barang Masuk vs Surat Jalan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671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6C5CE7"/>
                </a:solidFill>
              </a:rPr>
              <a:t>⏱  Setiap ada pengiriman barang masuk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32888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1️⃣  Terima barang dari kurir/supplier.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2️⃣  Ambil surat jalan / dokumen pengiriman.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3️⃣  Hitung jumlah fisik barang yang datang.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4️⃣  Cocokkan dengan isi surat jalan (qty, item).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5️⃣  Jika sesuai → tandatangani &amp; simpan surat jalan.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6️⃣  Jika ada selisih → JANGAN tanda tangani, lapor ke kakak segera.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55778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5577840" cy="7315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73352"/>
            <a:ext cx="5212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1A2E"/>
                </a:solidFill>
              </a:rPr>
              <a:t>4. QC Barang Baru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67128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6C5CE7"/>
                </a:solidFill>
              </a:rPr>
              <a:t>⏱  Langsung setelah barang dicek &amp; diterima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532888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1️⃣  Buka semua paket barang yang baru datang.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2️⃣  Periksa satu per satu: warna, ukuran, kondisi jahitan.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3️⃣  Pisahkan barang OK dan barang bermasalah.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4️⃣  Dokumentasi barang bermasalah (foto).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5️⃣  Laporkan ke kakak → kakak akan follow-up ke tim produksi.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2D2D2D"/>
                </a:solidFill>
              </a:rPr>
              <a:t>⚠️  QC harus dilakukan segera agar masalah cepat diatasi.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2801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📦  STOK &amp; PACKING  —  Kebersihan &amp; Kerapian Area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11228832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11228832" cy="7315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73352"/>
            <a:ext cx="106801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</a:rPr>
              <a:t>5. Rapikan Area Packing (Tetap Konten-able!)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06801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6C5CE7"/>
                </a:solidFill>
              </a:rPr>
              <a:t>⏱  Setelah setiap sesi packing selesai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50">
                <a:solidFill>
                  <a:srgbClr val="2D2D2D"/>
                </a:solidFill>
              </a:rPr>
              <a:t>1️⃣  Bersihkan sisa kardus, plastik, dan material packing.</a:t>
            </a:r>
          </a:p>
          <a:p>
            <a:pPr>
              <a:spcBef>
                <a:spcPts val="500"/>
              </a:spcBef>
            </a:pPr>
            <a:r>
              <a:rPr sz="1350">
                <a:solidFill>
                  <a:srgbClr val="2D2D2D"/>
                </a:solidFill>
              </a:rPr>
              <a:t>2️⃣  Kembalikan perlengkapan packing ke tempat semula.</a:t>
            </a:r>
          </a:p>
          <a:p>
            <a:pPr>
              <a:spcBef>
                <a:spcPts val="500"/>
              </a:spcBef>
            </a:pPr>
            <a:r>
              <a:rPr sz="1350">
                <a:solidFill>
                  <a:srgbClr val="2D2D2D"/>
                </a:solidFill>
              </a:rPr>
              <a:t>3️⃣  Susun produk yang belum di-packing dengan rapi.</a:t>
            </a:r>
          </a:p>
          <a:p>
            <a:pPr>
              <a:spcBef>
                <a:spcPts val="500"/>
              </a:spcBef>
            </a:pPr>
            <a:r>
              <a:rPr sz="1350">
                <a:solidFill>
                  <a:srgbClr val="2D2D2D"/>
                </a:solidFill>
              </a:rPr>
              <a:t>4️⃣  Pastikan label &amp; sticker tersimpan di tempat yang benar.</a:t>
            </a:r>
          </a:p>
          <a:p>
            <a:pPr>
              <a:spcBef>
                <a:spcPts val="500"/>
              </a:spcBef>
            </a:pPr>
            <a:r>
              <a:rPr sz="1350">
                <a:solidFill>
                  <a:srgbClr val="2D2D2D"/>
                </a:solidFill>
              </a:rPr>
              <a:t>5️⃣  Cek lantai &amp; meja — bebas dari sampah atau serpihan.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606040"/>
            <a:ext cx="36576" cy="3474720"/>
          </a:xfrm>
          <a:prstGeom prst="rect">
            <a:avLst/>
          </a:prstGeom>
          <a:solidFill>
            <a:srgbClr val="FFC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651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5CE7"/>
                </a:solidFill>
              </a:rPr>
              <a:t>✨  Standar Konten-able: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20040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2D2D2D"/>
                </a:solidFill>
              </a:rPr>
              <a:t>📸  Area packing = background konten potensial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D2D2D"/>
                </a:solidFill>
              </a:rPr>
              <a:t>🎀  Tatanan produk harus estetik &amp; bersih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D2D2D"/>
                </a:solidFill>
              </a:rPr>
              <a:t>🚫  Tidak ada sampah/kardus berantakan di frame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D2D2D"/>
                </a:solidFill>
              </a:rPr>
              <a:t>💡  Pencahayaan area harus bersih &amp; tidak berantakan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D2D2D"/>
                </a:solidFill>
              </a:rPr>
              <a:t>📦  Produk di-display rapi, tidak menumpuk sembarangan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9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4114800"/>
            <a:ext cx="3502152" cy="2743200"/>
          </a:xfrm>
          <a:prstGeom prst="rect">
            <a:avLst/>
          </a:prstGeom>
          <a:solidFill>
            <a:srgbClr val="FFC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371600"/>
            <a:ext cx="9601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8869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1A2E"/>
                </a:solidFill>
              </a:rPr>
              <a:t>Semangat &amp; Selamat Kerja! 🎉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2606040"/>
            <a:ext cx="5943600" cy="36576"/>
          </a:xfrm>
          <a:prstGeom prst="rect">
            <a:avLst/>
          </a:prstGeom>
          <a:solidFill>
            <a:srgbClr val="E9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788920"/>
            <a:ext cx="8686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2D2D2D"/>
                </a:solidFill>
              </a:rPr>
              <a:t>✅  Selalu tanya kalau bingung — jangan tebak-tebakan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D2D2D"/>
                </a:solidFill>
              </a:rPr>
              <a:t>✅  Broadcast &amp; materi promo WAJIB approval dulu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D2D2D"/>
                </a:solidFill>
              </a:rPr>
              <a:t>✅  Pengiriman weekend (Minggu) adalah tanggung jawab penuh intern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D2D2D"/>
                </a:solidFill>
              </a:rPr>
              <a:t>✅  QC barang segera setelah tiba — jangan ditunda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D2D2D"/>
                </a:solidFill>
              </a:rPr>
              <a:t>✅  Jaga kebersihan area packing setiap saat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989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88899"/>
                </a:solidFill>
              </a:rPr>
              <a:t>Ada pertanyaan? Jangan ragu untuk bertanya! 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solidFill>
            <a:srgbClr val="1F497D"/>
          </a:solidFill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JOBDESC INTERN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05050"/>
                </a:solidFill>
              </a:rPr>
              <a:t>Tanggung Jawab Utama Intern — Operations &amp; Commerce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8046720" cy="411480"/>
          </a:xfrm>
          <a:prstGeom prst="rect">
            <a:avLst/>
          </a:prstGeom>
          <a:solidFill>
            <a:srgbClr val="2980B9"/>
          </a:solidFill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🛒  Upload Produk Baru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8308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23232"/>
                </a:solidFill>
              </a:rPr>
              <a:t>Upload produk baru ke platform eCommerce (foto, deskripsi, harga, stok awal)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834640"/>
            <a:ext cx="8046720" cy="411480"/>
          </a:xfrm>
          <a:prstGeom prst="rect">
            <a:avLst/>
          </a:prstGeom>
          <a:solidFill>
            <a:srgbClr val="27AE60"/>
          </a:solidFill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🔍  Eksekusi QC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24612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23232"/>
                </a:solidFill>
              </a:rPr>
              <a:t>Eksekusi QC produksi &amp; barang dari vendor — cek kondisi, ukuran, kualitas, dan dokumentasi barang bermasalah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97680"/>
            <a:ext cx="8046720" cy="411480"/>
          </a:xfrm>
          <a:prstGeom prst="rect">
            <a:avLst/>
          </a:prstGeom>
          <a:solidFill>
            <a:srgbClr val="8E44AD"/>
          </a:solidFill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📊  Update Stok &amp; Harga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709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23232"/>
                </a:solidFill>
              </a:rPr>
              <a:t>Update stok dan harga secara berkala — pastikan data di platform selalu akurat dan up-to-date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