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9144000" cy="5486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6B4DC"/>
                </a:solidFill>
              </a:rPr>
              <a:t>DOKUMEN INTERNAL · UNTUK INTERN 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SOP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4D2FF"/>
                </a:solidFill>
              </a:rPr>
              <a:t>E-Commerce &amp; Stok · Fashion Retail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C8E6"/>
                </a:solidFill>
              </a:rPr>
              <a:t>Panduan kerja harian intern mencakup operasional e-commerce
dan pengelolaan stok, packing, serta pelaporan omzet.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2A0C8"/>
                </a:solidFill>
              </a:rPr>
              <a:t>Operations &amp; Commerce Executive  ·  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RUANG LINGKUP KERJA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Dua pilar utama tanggung jawab intern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02920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515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🛍️  E-COMMERCE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5029200" cy="3364991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90472"/>
            <a:ext cx="48006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Flash sale campaign (mingguan)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Chat broadcast (1x seminggu, approval dulu)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Optimasi 'Naikkan Produk' Shopee (tiap 4 jam)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Balas chat pelanggan — termasuk weekend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Atur pengiriman Jumat &amp; Sabtu di hari Minggu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Upload produk baru ke platform eCommerce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Update stok dan harga secara berkala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Update promo dan banner toko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Monitoring toko (rating &amp; ulasan)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51560"/>
            <a:ext cx="3383280" cy="384048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1051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STOK &amp; PACKING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435608"/>
            <a:ext cx="3383280" cy="3364991"/>
          </a:xfrm>
          <a:prstGeom prst="rect">
            <a:avLst/>
          </a:prstGeom>
          <a:solidFill>
            <a:srgbClr val="EB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490472"/>
            <a:ext cx="31546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Packing orderan harian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Stock opname bulanan (hari kerja terakhir)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Hitung &amp; cocokkan barang masuk vs surat jalan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QC barang baru dari vendor/produksi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Rapikan area packing (konten-able)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3964"/>
                </a:solidFill>
              </a:rPr>
              <a:t>✦  Rekap omzet harian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E-COMMERCE  —  Flash Sale &amp; Chat 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🛍️  Aktivitas promosi rutin mingguan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Flash Sale Campaign  ⏱ Mingguan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7218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Tentukan produk yang akan di-flash sale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Buat visual/banner promo (koordinasi markom jika perlu)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167128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Input campaign di dashboard Shopee → Flash Sale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78024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Set harga, stok, dan durasi promo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62072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Pastikan campaign aktif sebelum promo mulai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7296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20954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Monitor performa selama campaign berjalan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2044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520440"/>
            <a:ext cx="292608" cy="329184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52044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355701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hasil (produk terjual, revenue) untuk laporan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Chat Broadcast  ⏱ 1x seminggu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43560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6904" y="147218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Siapkan draft materi broadcast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1783080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1819656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Ajukan ke kakak / tim markom untuk approval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130552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6904" y="21671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Setelah disetujui, kirim via broadcast Shopee/WA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478024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6904" y="2514600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Pantau balasan &amp; follow-up yang masuk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2880360"/>
            <a:ext cx="4206240" cy="292608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29077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400"/>
                </a:solidFill>
              </a:rPr>
              <a:t>⚠️  Jangan kirim sebelum materi diapprove!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E-COMMERCE  —  Optimasi Produk &amp; Balas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🛍️  Aktivitas harian platform Shopee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Optimasi 'Naikkan Produk'  ⏱ Setiap 4 jam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7218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Buka dashboard Shopee Seller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Gunakan fitur 'Naikkan Produk' (Boost Product)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167128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Pilih produk prioritas / best seller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78024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Aktifkan boost — ulangi setiap 4 jam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62072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Pantau posisi produk di hasil pencarian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7296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20954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produk yang sering di-boost untuk evaluasi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Balas Chat Pelanggan  ⏱ Setiap hari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143560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904" y="147218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Cek notifikasi chat Shopee minimal 3x sehari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6904" y="1819656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Balas semua pertanyaan dengan ramah &amp; informatif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2130552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21671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Komplain → eskalasi ke kakak, jangan diabaikan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478024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6904" y="2514600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Gunakan template jawaban untuk FAQ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825496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6904" y="28620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Pastikan response rate &gt; 90%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3227832"/>
            <a:ext cx="4206240" cy="292608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3255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400"/>
                </a:solidFill>
              </a:rPr>
              <a:t>⚠️  Weekend WAJIB tetap balas — jadwalkan waktu khusus!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E-COMMERCE  —  Upload Produk &amp; Update Stok/Harga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🛍️  Kelengkapan katalog &amp; data toko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Upload Produk Baru  ⏱ Saat ada produk baru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7218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Terima info produk baru dari kakak / tim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Siapkan foto produk (koordinasi markom jika perlu)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167128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Input nama produk, deskripsi, kategori, dan variasi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78024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Set harga jual &amp; stok awal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62072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Pilih jasa kirim &amp; berat/ukuran paket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7296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20954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Preview &amp; publish — pastikan tampilan sesuai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2044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52044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52044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355701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Laporkan ke kakak bahwa produk sudah 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6. Update Stok &amp; Harga  ⏱ Berkala / saat ada perubahan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43560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6904" y="147218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Cek data stok fisik vs data di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1783080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1819656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Update angka stok jika ada selisih atau barang baru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130552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6904" y="21671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Update harga jika ada instruksi dari kakak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478024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6904" y="2514600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Pastikan promo/diskon sudah selaras dengan harga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2825496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6904" y="28620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perubahan di log harian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227832"/>
            <a:ext cx="4206240" cy="292608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255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400"/>
                </a:solidFill>
              </a:rPr>
              <a:t>⚠️  Stok 0 = produk tidak terlihat buyer — update segera!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E-COMMERCE  —  Promo, Banner &amp; Monitoring Toko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🛍️  Tampilan toko &amp; kesehatan akun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7. Update Promo &amp; Banner Toko  ⏱ Saat ada promo baru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7218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Terima brief promo dari kakak / tim markom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Update banner toko sesuai periode promo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167128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Pastikan visual sesuai dengan brand guidelines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78024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Set voucher / diskon di dashboard sesuai instruksi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62072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Cek semua banner tampil dengan benar di storefront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7296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20954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tanggal mulai &amp; berakhirnya promo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8. Monitoring Rating &amp; Ulasan  ⏱ Harian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143560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904" y="147218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Cek rating toko &amp; produk setiap pagi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6904" y="1819656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Baca ulasan baru — tandai yang perlu tindakan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2130552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21671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Balas ulasan negatif dengan sopan &amp; solutif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478024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6904" y="2514600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Eskalasi ke kakak jika ada masalah serius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825496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6904" y="28620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tren ulasan untuk bahan evaluasi mingguan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3227832"/>
            <a:ext cx="4206240" cy="292608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3255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400"/>
                </a:solidFill>
              </a:rPr>
              <a:t>⚠️  Rating toko turun = lapor ke kakak segera!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E-COMMERCE  —  Pengiriman Weekend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🛍️  Proses wajib setiap hari Minggu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964"/>
                </a:solidFill>
              </a:rPr>
              <a:t>9. Atur Pengiriman Jumat &amp; Sabtu  ⏱  Setiap hari Minggu — WAJIB DILAKUKAN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377440" cy="2194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JUM'AT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📋 Order Jumat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95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dicatat &amp; disiapkan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9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Label dicetak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Siap untuk proses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554480"/>
            <a:ext cx="2377440" cy="2194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SABTU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📋 Order Sabtu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95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dicatat &amp; disiapkan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79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Label dicetak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638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Siap untuk proses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554480"/>
            <a:ext cx="2377440" cy="219456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MINGGU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🚚 WAJIB: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95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Proses SEMUA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79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Jumat + Sabtu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638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 hari 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78C6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78C6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77639"/>
            <a:ext cx="8595360" cy="822960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5400"/>
                </a:solidFill>
              </a:rPr>
              <a:t>⚠️  Intern bertanggung jawab penuh atas pengiriman weekend. Pastikan semua order Jumat &amp; Sabtu
sudah diproses dan status pengiriman terupdate di platform sebelum hari Minggu selesai.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STOK &amp; PACKING  —  Packing &amp; Stock Opname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📦  Operasional harian &amp; bulanan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Packing Orderan  ⏱ Setiap hari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7218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Cek list orderan yang harus di-packing hari 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Siapkan produk sesuai orderan (cek SKU &amp; ukuran)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167128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Packing rapi &amp; aman (bubble wrap, dll)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78024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Tempel label pengiriman di luar paket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62072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Susun paket siap kirim di area yang ditentukan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7296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20954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Rapikan area packing setelah selesai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Stock Opname  ⏱ 1x/bulan — hari kerja terakhir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143560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904" y="147218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Koordinasi jadwal bersama kakak (wajib)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6904" y="1819656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Hitung fisik semua stok produk per 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2130552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21671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Cocokkan dengan data sistem/catatan stok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478024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6904" y="2514600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selisih jika ada (lebih atau kurang)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825496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6904" y="28620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Laporkan hasil stock opname ke kakak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317296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17720" y="317296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177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6904" y="320954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Update data stok setelah opname selesai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575304"/>
            <a:ext cx="4206240" cy="292608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60273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400"/>
                </a:solidFill>
              </a:rPr>
              <a:t>⚠️  Jangan lakukan stock opname sendiri tanpa koordinasi!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STOK &amp; PACKING  —  Cek Barang Masuk &amp; QC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📦  Validasi &amp; quality control barang dari vendor/produksi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3. Cek Barang Masuk vs Surat Jalan  ⏱ Saat ada pengiriman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7218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Terima barang dari kurir / supplier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Ambil surat jalan / dokumen pengiriman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167128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Hitung jumlah fisik barang yang datang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78024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Cocokkan dengan isi surat jalan (qty, item)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62072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Jika sesuai → tandatangani &amp; simpan surat jalan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7296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20954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Jika ada selisih → JANGAN tanda tangani, lapor kakak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QC Barang Baru  ⏱ Langsung setelah barang diterima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143560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904" y="147218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Buka semua paket barang yang baru datang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6904" y="1819656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Periksa satu per satu: warna, ukuran, kondisi jahitan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2130552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21671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Pisahkan barang OK dan barang bermasalah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478024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6904" y="2514600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Foto dokumentasi barang bermasalah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825496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6904" y="28620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Laporkan ke kakak → kakak follow-up ke tim produksi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3227832"/>
            <a:ext cx="4206240" cy="292608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3255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400"/>
                </a:solidFill>
              </a:rPr>
              <a:t>⚠️  QC harus dilakukan segera agar masalah cepat diatasi!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STOK &amp; PACKING  —  Area Packing &amp; Rekap Omzet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CFF"/>
                </a:solidFill>
              </a:rPr>
              <a:t>📦  Kebersihan area &amp; pelaporan harian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Rapikan Area Packing  ⏱ Setelah setiap sesi selesai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72184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Bersihkan sisa kardus, plastik &amp; material packing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6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Kembalikan perlengkapan ke tempat semula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167128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Susun produk belum di-packing dengan rapi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78024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Pastikan label &amp; sticker di tempat yang benar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411480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62072"/>
            <a:ext cx="3712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Cek lantai &amp; meja — bebas dari sampah/serpihan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27832"/>
            <a:ext cx="4114800" cy="6858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26440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7A064"/>
                </a:solidFill>
              </a:rPr>
              <a:t>✨ Standar konten-able: area packing = background potensial konten.
Produk rapi, pencahayaan bersih, tidak ada sampah di frame.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Rekap Omzet Harian  ⏱ Setiap akhir hari kerja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43560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143560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6904" y="147218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Buka dashboard penjualan di semua platform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783080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17830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6904" y="1819656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total order masuk hari ini (qty &amp; nominal)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2130552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2130552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6904" y="21671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Catat produk terlaris hari ini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478024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2478024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6904" y="2514600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Hitung total omzet harian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2825496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28254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46904" y="28620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Input ke file rekap yang sudah disediakan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3172968"/>
            <a:ext cx="4206240" cy="329184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17720" y="3172968"/>
            <a:ext cx="292608" cy="329184"/>
          </a:xfrm>
          <a:prstGeom prst="rect">
            <a:avLst/>
          </a:prstGeom>
          <a:solidFill>
            <a:srgbClr val="2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317296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46904" y="3209544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964"/>
                </a:solidFill>
              </a:rPr>
              <a:t>Kirim rekap ke kakak setiap akhir jam kerja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3575304"/>
            <a:ext cx="4206240" cy="292608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9160" y="360273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400"/>
                </a:solidFill>
              </a:rPr>
              <a:t>⚠️  Rekap harian wajib dikirim — jangan lupa!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9144000" cy="45720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9144000" cy="45720"/>
          </a:xfrm>
          <a:prstGeom prst="rect">
            <a:avLst/>
          </a:prstGeom>
          <a:solidFill>
            <a:srgbClr val="34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Semangat &amp; Selamat Kerja! 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1FF"/>
                </a:solidFill>
              </a:rPr>
              <a:t>✅  Selalu tanya kalau bingung — jangan tebak-tebakan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391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1FF"/>
                </a:solidFill>
              </a:rPr>
              <a:t>✅  Broadcast &amp; materi promo WAJIB approval dulu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8658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1FF"/>
                </a:solidFill>
              </a:rPr>
              <a:t>✅  Pengiriman weekend (Minggu) adalah tanggung jawab penuh intern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3405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1FF"/>
                </a:solidFill>
              </a:rPr>
              <a:t>✅  QC barang segera setelah tiba — jangan ditunda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815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1FF"/>
                </a:solidFill>
              </a:rPr>
              <a:t>✅  Rapikan area packing setelah setiap sesi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1FF"/>
                </a:solidFill>
              </a:rPr>
              <a:t>✅  Rekap omzet dikirim setiap akhir hari kerja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6B9E6"/>
                </a:solidFill>
              </a:rPr>
              <a:t>Ada pertanyaan? Jangan ragu untuk bertanya! 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8CBE"/>
                </a:solidFill>
              </a:rPr>
              <a:t>Operations &amp; Commerce Executive  ·  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